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Nevn at den største nye kunden er Havbruk Vest AS, med kontrakt på 4,2 MNOK.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Salgsmøte Q3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Region Vest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Omsetningen økte med 12 prosent</a:t>
            </a:r>
          </a:p>
          <a:p>
            <a:pPr lvl="1"/>
            <a:r>
              <a:t>Størst vekst i Bergen</a:t>
            </a:r>
          </a:p>
          <a:p>
            <a:pPr lvl="1"/>
            <a:r>
              <a:t>Svakere i Stavanger</a:t>
            </a:r>
          </a:p>
          <a:p>
            <a:pPr/>
            <a:r>
              <a:t>Tre nye storkunder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Salg per selger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Selger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Salg (MNOK)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Mål nådd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Kari Nordmann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Ola Hansen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Per Æsøy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 steg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Til slutt: evaluering i desember.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Først: kickoff med nye kunder i oktober.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14400" y="3200400"/>
            <a:ext cx="3657600" cy="914400"/>
            <a:chOff x="914400" y="3200400"/>
            <a:chExt cx="3657600" cy="914400"/>
          </a:xfrm>
        </p:grpSpPr>
        <p:sp>
          <p:nvSpPr>
            <p:cNvPr id="6" name="TextBox 5"/>
            <p:cNvSpPr txBox="1"/>
            <p:nvPr/>
          </p:nvSpPr>
          <p:spPr>
            <a:xfrm>
              <a:off x="914400" y="32004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Deretter: opplæring av selgere.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Spørsmål?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Salgsmøte Q3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